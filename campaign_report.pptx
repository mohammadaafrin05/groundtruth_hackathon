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Campaign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Our campaigns delivered 1,101,460,304 impressions and 109,954,406 clicks.</a:t>
            </a:r>
          </a:p>
          <a:p>
            <a:r>
              <a:t>• Total ad spend was $2,500,878,608.00, generating $1,000,487.57 in revenue.</a:t>
            </a:r>
          </a:p>
          <a:p>
            <a:r>
              <a:t>• The average click-through rate was 14.04%.</a:t>
            </a:r>
          </a:p>
          <a:p>
            <a:r>
              <a:t>• Each click cost $32.01.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 Impressions: 1,101,460,304</a:t>
            </a:r>
          </a:p>
          <a:p>
            <a:r>
              <a:t>Total Clicks: 109,954,406</a:t>
            </a:r>
          </a:p>
          <a:p>
            <a:r>
              <a:t>Total Spend: $2,500,878,608.00</a:t>
            </a:r>
          </a:p>
          <a:p>
            <a:r>
              <a:t>Total Revenue: $1,000,487.57</a:t>
            </a:r>
          </a:p>
          <a:p>
            <a:r>
              <a:t>Avg CTR: 14.04%</a:t>
            </a:r>
          </a:p>
          <a:p>
            <a:r>
              <a:t>Avg CPC: $32.01</a:t>
            </a:r>
          </a:p>
          <a:p>
            <a:r>
              <a:t>Avg ROAS: 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 Performance Overview</a:t>
            </a:r>
          </a:p>
        </p:txBody>
      </p:sp>
      <p:pic>
        <p:nvPicPr>
          <p:cNvPr id="3" name="Picture 2" descr="campaig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Campaigns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168: $8.00 (ROAS 0.00)</a:t>
            </a:r>
          </a:p>
          <a:p>
            <a:r>
              <a:t>2. 220: $8.00 (ROAS 0.00)</a:t>
            </a:r>
          </a:p>
          <a:p>
            <a:r>
              <a:t>3. 3056: $8.00 (ROAS 0.00)</a:t>
            </a:r>
          </a:p>
          <a:p>
            <a:r>
              <a:t>4. 3232: $8.00 (ROAS 0.00)</a:t>
            </a:r>
          </a:p>
          <a:p>
            <a:r>
              <a:t>5. 5348: $8.00 (ROAS 0.00)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